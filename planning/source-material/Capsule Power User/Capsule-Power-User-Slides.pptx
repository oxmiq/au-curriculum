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90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40080"/>
            <a:ext cx="2743200" cy="554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kern="0" spc="2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Power-User Curriculum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Reliability &amp; Model Evaluation · Intern Track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AFAFA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10 modules · 2 days · Hands-on labs</a:t>
            </a:r>
            <a:endParaRPr lang="en-US" sz="1000" dirty="0"/>
          </a:p>
        </p:txBody>
      </p:sp>
      <p:pic>
        <p:nvPicPr>
          <p:cNvPr id="8" name="Image 1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CURRICULUM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Ten modules. One mental model.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1046988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10469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31036" y="1371600"/>
            <a:ext cx="3838956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31036" y="1371600"/>
            <a:ext cx="38389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TITLE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269992" y="1371600"/>
            <a:ext cx="3489960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69992" y="1371600"/>
            <a:ext cx="348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LAB FOCUS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664208"/>
            <a:ext cx="1046988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900684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31036" y="1664208"/>
            <a:ext cx="3838956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04188" y="1664208"/>
            <a:ext cx="369265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Capsule Foundations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69992" y="1664208"/>
            <a:ext cx="3489960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3144" y="1664208"/>
            <a:ext cx="334365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Mental model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1954987"/>
            <a:ext cx="1046988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1954987"/>
            <a:ext cx="900684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31036" y="1954987"/>
            <a:ext cx="3838956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504188" y="1954987"/>
            <a:ext cx="369265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Installation &amp; First Login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69992" y="1954987"/>
            <a:ext cx="3489960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3144" y="1954987"/>
            <a:ext cx="334365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Get the CLI working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2245766"/>
            <a:ext cx="1046988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245766"/>
            <a:ext cx="900684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431036" y="2245766"/>
            <a:ext cx="3838956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04188" y="2245766"/>
            <a:ext cx="369265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Environments &amp; Customers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69992" y="2245766"/>
            <a:ext cx="3489960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43144" y="2245766"/>
            <a:ext cx="334365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Routing to the right fleet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2536546"/>
            <a:ext cx="1046988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2536546"/>
            <a:ext cx="900684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431036" y="2536546"/>
            <a:ext cx="3838956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504188" y="2536546"/>
            <a:ext cx="369265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The Fleet: Listing &amp; Filtering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69992" y="2536546"/>
            <a:ext cx="3489960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43144" y="2536546"/>
            <a:ext cx="334365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Finding the right machine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2827325"/>
            <a:ext cx="1046988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2827325"/>
            <a:ext cx="900684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431036" y="2827325"/>
            <a:ext cx="3838956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504188" y="2827325"/>
            <a:ext cx="369265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Connecting to Machines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69992" y="2827325"/>
            <a:ext cx="3489960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43144" y="2827325"/>
            <a:ext cx="334365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term · exec · code · cursor · claude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" y="3118104"/>
            <a:ext cx="1046988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3118104"/>
            <a:ext cx="900684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431036" y="3118104"/>
            <a:ext cx="3838956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504188" y="3118104"/>
            <a:ext cx="369265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Files, Storage &amp; OneDrive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69992" y="3118104"/>
            <a:ext cx="3489960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343144" y="3118104"/>
            <a:ext cx="334365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Persistent data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4048" y="3408883"/>
            <a:ext cx="1046988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3408883"/>
            <a:ext cx="900684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431036" y="3408883"/>
            <a:ext cx="3838956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504188" y="3408883"/>
            <a:ext cx="369265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Streaming &amp; Containers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69992" y="3408883"/>
            <a:ext cx="3489960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43144" y="3408883"/>
            <a:ext cx="334365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Desktop, app, docker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84048" y="3699662"/>
            <a:ext cx="1046988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3699662"/>
            <a:ext cx="900684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8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431036" y="3699662"/>
            <a:ext cx="3838956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504188" y="3699662"/>
            <a:ext cx="369265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Benchmarking (InferenceMAX)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69992" y="3699662"/>
            <a:ext cx="3489960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343144" y="3699662"/>
            <a:ext cx="334365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Model evaluation runs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84048" y="3990442"/>
            <a:ext cx="1046988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57200" y="3990442"/>
            <a:ext cx="900684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9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431036" y="3990442"/>
            <a:ext cx="3838956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504188" y="3990442"/>
            <a:ext cx="369265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Interactive Chat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269992" y="3990442"/>
            <a:ext cx="3489960" cy="290779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343144" y="3990442"/>
            <a:ext cx="334365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Hands-on model probing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84048" y="4281221"/>
            <a:ext cx="1046988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7200" y="4281221"/>
            <a:ext cx="900684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431036" y="4281221"/>
            <a:ext cx="3838956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504188" y="4281221"/>
            <a:ext cx="3692652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Scheduling &amp; Reliability Toolkit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269992" y="4281221"/>
            <a:ext cx="3489960" cy="290779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343144" y="4281221"/>
            <a:ext cx="334365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Long jobs and triage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2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73" name="Shape 70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75" name="Shape 72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FOUNDATIONS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1 ·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What Capsule actually 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141732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Your laptop is a thin client. The CPU, GPU, RAM, and disk live on remote machines. Capsule pipes shells, IDEs, and full desktops back to you.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2057400"/>
            <a:ext cx="4114800" cy="237744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2057400"/>
            <a:ext cx="4114800" cy="548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2221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SshRTC (default)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26060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WebRTC peer connection carries SSH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No public-facing port required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NAT traversal handled for you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Use for: everyday work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45152" y="2057400"/>
            <a:ext cx="4114800" cy="237744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45152" y="2057400"/>
            <a:ext cx="4114800" cy="548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82312" y="2221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Direct SSH (--direct)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2312" y="260604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Plain TCP SSH connection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Requires reachable SSH port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Cleaner port-forwarding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Use for: WebRTC fallback, port forwards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1 · ROUTING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Two dimensions decide which fleet you see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1322511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1322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ENV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06559" y="1371600"/>
            <a:ext cx="3526696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06559" y="1371600"/>
            <a:ext cx="352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B2C TENANT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233256" y="1371600"/>
            <a:ext cx="3526696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3256" y="1371600"/>
            <a:ext cx="352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TYPICAL USE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664208"/>
            <a:ext cx="1322511" cy="349758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117620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prod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06559" y="1664208"/>
            <a:ext cx="3526696" cy="349758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79711" y="1664208"/>
            <a:ext cx="33803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mihirainfra.b2clogin.com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33256" y="1664208"/>
            <a:ext cx="3526696" cy="349758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6408" y="1664208"/>
            <a:ext cx="33803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Internal production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013966"/>
            <a:ext cx="1322511" cy="349758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013966"/>
            <a:ext cx="117620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public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06559" y="2013966"/>
            <a:ext cx="3526696" cy="349758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79711" y="2013966"/>
            <a:ext cx="33803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oxcapsule.b2clogin.com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33256" y="2013966"/>
            <a:ext cx="3526696" cy="349758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6408" y="2013966"/>
            <a:ext cx="33803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External / partner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2363724"/>
            <a:ext cx="1322511" cy="349758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363724"/>
            <a:ext cx="117620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dev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06559" y="2363724"/>
            <a:ext cx="3526696" cy="349758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79711" y="2363724"/>
            <a:ext cx="33803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mihirainfra.b2clogin.com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33256" y="2363724"/>
            <a:ext cx="3526696" cy="349758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6408" y="2363724"/>
            <a:ext cx="33803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Development / testing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2713482"/>
            <a:ext cx="1322511" cy="349758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2713482"/>
            <a:ext cx="117620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demo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06559" y="2713482"/>
            <a:ext cx="3526696" cy="349758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779711" y="2713482"/>
            <a:ext cx="33803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mihirainfra.b2clogin.com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33256" y="2713482"/>
            <a:ext cx="3526696" cy="349758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06408" y="2713482"/>
            <a:ext cx="33803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Demonstrations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3337560"/>
            <a:ext cx="8375904" cy="118872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4048" y="3337560"/>
            <a:ext cx="36576" cy="1188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3447288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RELIABILITY LENS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3794760"/>
            <a:ext cx="81015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When a report says 'Capsule isn't working,' the first four questions are: which environment, which customer, is the token expired, is SshRTC failing? Most incidents resolve on the first three before you look at logs.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43" name="Shape 40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INSTALLATION &amp; FIRST LOGIN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2 · 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Same moving parts on every 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2651760" cy="310896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371600"/>
            <a:ext cx="2651760" cy="548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5361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Prerequisites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9202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GH_TOKEN with scopes: repo, read:org, workflow, user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gh CLI (Windows/Linux)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Homebrew (macOS)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rclone (auto on macOS)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310896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548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5361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Install paths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macOS: brew tap + brew install capsule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Windows: gh release download + tar -xzf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Linux: gh release download + tar -xzf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Verify: capsule --version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08192" y="1371600"/>
            <a:ext cx="2651760" cy="310896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08192" y="1371600"/>
            <a:ext cx="2651760" cy="548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45352" y="15361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First-time auth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5352" y="192024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capsule auth login (browser flow)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Fallback: paste manual token at oxmiq.ai/oxcapsule/auth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capsule status : confirm identity &amp; expiry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capsule auth storage : OneDrive consent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2 ·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macOS install (run this exact sequence)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8375904" cy="1828800"/>
          </a:xfrm>
          <a:prstGeom prst="rect">
            <a:avLst/>
          </a:prstGeom>
          <a:solidFill>
            <a:srgbClr val="2D2926"/>
          </a:solidFill>
          <a:ln w="9525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36576" cy="1828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8101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export HOMEBREW_GITHUB_API_TOKEN=$GH_TOKEN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brew tap mihira-ai/software-packages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  https://$GH_TOKEN@github.com/mihira-ai/software-packages.git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brew install capsule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--version          # confirm install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auth login         # browser-based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status             # identity + expiry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auth storage       # OneDrive OAuth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3429000"/>
            <a:ext cx="8375904" cy="109728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3429000"/>
            <a:ext cx="36576" cy="10972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538728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RELIABILITY LENS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8101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'Install is broken' almost always traces to GH_TOKEN. Ask in order: is it set, do scopes match, is HOMEBREW_GITHUB_API_TOKEN in the same shell, was PowerShell restarted after the env var was set?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ENVIRONMENTS &amp; CUSTOMERS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3 · ROUTING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Switching environments and customers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8375904" cy="1645920"/>
          </a:xfrm>
          <a:prstGeom prst="rect">
            <a:avLst/>
          </a:prstGeom>
          <a:solidFill>
            <a:srgbClr val="2D2926"/>
          </a:solidFill>
          <a:ln w="9525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36576" cy="16459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81015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env show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env set public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auth login           # always re-auth after env switch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config customer show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config customer set modelhosting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config customer unset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3246120"/>
            <a:ext cx="8375904" cy="128016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3246120"/>
            <a:ext cx="36576" cy="12801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355848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RELIABILITY LENS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8101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If 'machine X disappeared,' check the customer override before anything else. It persists across sessions and gets set by setup scripts more often than people remember. capsule config customer show is your first command.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THE FLEET : LISTING &amp; FILTERING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4 · LISTING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Config tag vs unique ID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4114800" cy="146304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371600"/>
            <a:ext cx="4114800" cy="548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Config tag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9202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Pool / class name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Scheduler hands you any available member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Example: capsule term gpu-workstation-01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45152" y="1371600"/>
            <a:ext cx="4114800" cy="146304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45152" y="1371600"/>
            <a:ext cx="4114800" cy="548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82312" y="15361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Unique 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82312" y="19202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Specific physical machine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Always paired with -u / --unique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Example: capsule term -u boostergold461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971800"/>
            <a:ext cx="8375904" cy="1554480"/>
          </a:xfrm>
          <a:prstGeom prst="rect">
            <a:avLst/>
          </a:prstGeom>
          <a:solidFill>
            <a:srgbClr val="2D2926"/>
          </a:solidFill>
          <a:ln w="9525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2971800"/>
            <a:ext cx="36576" cy="15544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081528"/>
            <a:ext cx="81015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list                                    # by pool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list --all                              # unique IDs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list --filter "vendor=nvidia,vram&gt;=24"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list --filter "os=linux,cores&gt;=64"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list --users                            # who is logged 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CONNECTING TO MACHINES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5 · SESSIONS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Five commands, one routing language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2093976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COMMAND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78024" y="1371600"/>
            <a:ext cx="6281928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78024" y="1371600"/>
            <a:ext cx="6281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OPENS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664208"/>
            <a:ext cx="2093976" cy="34381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1947672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term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78024" y="1664208"/>
            <a:ext cx="6281928" cy="34381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51176" y="1664208"/>
            <a:ext cx="6135624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Remote shell over SshRTC (aliases: terminal, ssh, launch)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008022"/>
            <a:ext cx="2093976" cy="34381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008022"/>
            <a:ext cx="1947672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exec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78024" y="2008022"/>
            <a:ext cx="6281928" cy="34381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51176" y="2008022"/>
            <a:ext cx="6135624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Single command on the remote, then exit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351837"/>
            <a:ext cx="2093976" cy="34381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351837"/>
            <a:ext cx="1947672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78024" y="2351837"/>
            <a:ext cx="6281928" cy="34381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51176" y="2351837"/>
            <a:ext cx="6135624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VS Code with Remote-SSH attached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2695651"/>
            <a:ext cx="2093976" cy="34381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695651"/>
            <a:ext cx="1947672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cursor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78024" y="2695651"/>
            <a:ext cx="6281928" cy="34381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51176" y="2695651"/>
            <a:ext cx="6135624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Cursor with Remote-SSH attached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3039466"/>
            <a:ext cx="2093976" cy="34381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039466"/>
            <a:ext cx="1947672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claude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78024" y="3039466"/>
            <a:ext cx="6281928" cy="34381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51176" y="3039466"/>
            <a:ext cx="6135624" cy="343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Claude Code Desktop on the remote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3520440"/>
            <a:ext cx="8375904" cy="100584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4048" y="3520440"/>
            <a:ext cx="36576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630168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SHARED FLAGS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977640"/>
            <a:ext cx="8101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Positional &lt;config-tag&gt; or -u &lt;unique-id&gt;. --direct bypasses WebRTC. --idle-timeout and --max-session-length bound the session. code and cursor also accept --repo. claude does not.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37" name="Shape 34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5 ·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Connection drills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8375904" cy="2194560"/>
          </a:xfrm>
          <a:prstGeom prst="rect">
            <a:avLst/>
          </a:prstGeom>
          <a:solidFill>
            <a:srgbClr val="2D2926"/>
          </a:solidFill>
          <a:ln w="9525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36576" cy="2194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81015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term &lt;tag&gt;                              # interactive shell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term &lt;tag&gt; -e "nvidia-smi"              # one-shot command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code &lt;tag&gt; --repo mihira-ai/&lt;repo&gt;      # VS Code + repo clone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term &lt;tag&gt; --direct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    --options "-L 3000:localhost:3000"          # port-forward via direct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term &lt;tag&gt; --idle-timeout 2h --max-session-length 8h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3703320"/>
            <a:ext cx="8375904" cy="86868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3703320"/>
            <a:ext cx="36576" cy="8686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RELIABILITY LENS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Cleanup + retry before --direct fallback. Always set timeouts for batch-like work. Don't leave stale capsule-&lt;id&gt; blocks in ~/.ssh/config : they break Remote-SSH cryptically.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FILES, STORAGE &amp; ONEDRIVE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6 ·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Three ways to move bytes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807208" cy="310896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807208" cy="548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OneDrive auto-mount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53288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capsule auth storage : once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Auto-mounts ~/OneDrive on every session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Same folder on every machine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Best for: shared eval 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1371600"/>
            <a:ext cx="2807208" cy="310896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72968" y="1371600"/>
            <a:ext cx="2807208" cy="548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1536192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scp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920240"/>
            <a:ext cx="253288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capsule scp upload &lt;tag&gt; src dst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capsule scp download &lt;tag&gt; src dst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Add --direct if SshRTC misbehaves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Best for: one-off large blobs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71616" y="1371600"/>
            <a:ext cx="2807208" cy="310896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71616" y="1371600"/>
            <a:ext cx="2807208" cy="5486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08776" y="1536192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File passthrough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08776" y="1920240"/>
            <a:ext cx="253288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capsule config files add .gitconfig ~/.gitconfig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Copied at session start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Best for: small dotfiles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STREAMING &amp; CONTAINERS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7 · STREAMING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Desktops, apps, and Docker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8375904" cy="1828800"/>
          </a:xfrm>
          <a:prstGeom prst="rect">
            <a:avLst/>
          </a:prstGeom>
          <a:solidFill>
            <a:srgbClr val="2D2926"/>
          </a:solidFill>
          <a:ln w="9525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36576" cy="1828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8101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stream &lt;tag&gt;                            # full desktop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stream &lt;tag&gt; --app "blender"            # single app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docker &lt;tag&gt; --image pytorch/pytorch:latest --memory 16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docker &lt;tag&gt; --image nvidia/cuda:12.0-devel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    --command "python train.py"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    --volume "/data:/data:ro;/workspace:/workspace"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docker &lt;tag&gt; -- --gpus all              # pass docker args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3429000"/>
            <a:ext cx="8375904" cy="109728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3429000"/>
            <a:ext cx="36576" cy="10972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538728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WEBRTC NOTE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8101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Hardware encoding via NVENC / VAAPI / VideoToolbox. Bandwidth-sensitive: video drops first, then audio, then input lag. Before blaming the encoder for 'lag,' confirm the user's downlink with a separate speed test.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BENCHMARKING : INFERENCEMAX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8 · BACKENDS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Pick the right inference backend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1538431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15384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BACKEND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22479" y="1371600"/>
            <a:ext cx="6837473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22479" y="1371600"/>
            <a:ext cx="68374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WHEN TO USE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664208"/>
            <a:ext cx="1538431" cy="349758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139212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vllm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2479" y="1664208"/>
            <a:ext cx="6837473" cy="349758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95631" y="1664208"/>
            <a:ext cx="669116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Default. NVIDIA, batched serving, paged attention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013966"/>
            <a:ext cx="1538431" cy="349758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013966"/>
            <a:ext cx="139212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llamacpp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2479" y="2013966"/>
            <a:ext cx="6837473" cy="349758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95631" y="2013966"/>
            <a:ext cx="669116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CPU-friendly, GGUF quantizations (Q4_K_M, Q5_K_M)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363724"/>
            <a:ext cx="1538431" cy="349758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363724"/>
            <a:ext cx="139212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mlx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2479" y="2363724"/>
            <a:ext cx="6837473" cy="349758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95631" y="2363724"/>
            <a:ext cx="669116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Apple Silicon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2713482"/>
            <a:ext cx="1538431" cy="349758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713482"/>
            <a:ext cx="139212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oxpython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22479" y="2713482"/>
            <a:ext cx="6837473" cy="349758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95631" y="2713482"/>
            <a:ext cx="669116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OXMIQ Python runtime for in-house eval paths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3246120"/>
            <a:ext cx="8375904" cy="1280160"/>
          </a:xfrm>
          <a:prstGeom prst="rect">
            <a:avLst/>
          </a:prstGeom>
          <a:solidFill>
            <a:srgbClr val="2D2926"/>
          </a:solidFill>
          <a:ln w="9525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4048" y="3246120"/>
            <a:ext cx="36576" cy="12801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355848"/>
            <a:ext cx="81015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benchmark &lt;tag&gt; meta-llama/Llama-3.1-8B-Instruct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    --concurrency 8 --input-length 256 --output-length 256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    --num-prompts 40 --tensor-parallelism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benchmark &lt;tag&gt; &lt;model&gt; --quant awq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32" name="Shape 29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21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8 · KNOBS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Read every flag like a dial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2284337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22843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FLAG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68385" y="1371600"/>
            <a:ext cx="4568675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68385" y="1371600"/>
            <a:ext cx="45686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MEANING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237060" y="1371600"/>
            <a:ext cx="1522892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37060" y="1371600"/>
            <a:ext cx="1522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DEFAULT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664208"/>
            <a:ext cx="2284337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664208"/>
            <a:ext cx="2138033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--concurrency / -c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68385" y="1664208"/>
            <a:ext cx="4568675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1537" y="1664208"/>
            <a:ext cx="4422371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max-num-seqs (batch size)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37060" y="1664208"/>
            <a:ext cx="1522892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0212" y="1664208"/>
            <a:ext cx="1376588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1962041"/>
            <a:ext cx="2284337" cy="297833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1962041"/>
            <a:ext cx="2138033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--input-length / --isl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68385" y="1962041"/>
            <a:ext cx="4568675" cy="297833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1537" y="1962041"/>
            <a:ext cx="4422371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Tokens per prompt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37060" y="1962041"/>
            <a:ext cx="1522892" cy="297833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0212" y="1962041"/>
            <a:ext cx="1376588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128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2259874"/>
            <a:ext cx="2284337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259874"/>
            <a:ext cx="2138033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--output-length / --osl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68385" y="2259874"/>
            <a:ext cx="4568675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1537" y="2259874"/>
            <a:ext cx="4422371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Tokens generated per response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7060" y="2259874"/>
            <a:ext cx="1522892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0212" y="2259874"/>
            <a:ext cx="1376588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128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2557707"/>
            <a:ext cx="2284337" cy="297833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2557707"/>
            <a:ext cx="2138033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--num-prompts / -n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68385" y="2557707"/>
            <a:ext cx="4568675" cy="297833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1537" y="2557707"/>
            <a:ext cx="4422371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Total requests sent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37060" y="2557707"/>
            <a:ext cx="1522892" cy="297833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0212" y="2557707"/>
            <a:ext cx="1376588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concurrency × 10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2855541"/>
            <a:ext cx="2284337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2855541"/>
            <a:ext cx="2138033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--tensor-parallelism / --tp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68385" y="2855541"/>
            <a:ext cx="4568675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1537" y="2855541"/>
            <a:ext cx="4422371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Split model across N GPUs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37060" y="2855541"/>
            <a:ext cx="1522892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10212" y="2855541"/>
            <a:ext cx="1376588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" y="3153374"/>
            <a:ext cx="2284337" cy="297833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3153374"/>
            <a:ext cx="2138033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--quant / -q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68385" y="3153374"/>
            <a:ext cx="4568675" cy="297833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1537" y="3153374"/>
            <a:ext cx="4422371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awq, gptq, fp8, int8, Q4_K_M, Q5_K_M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37060" y="3153374"/>
            <a:ext cx="1522892" cy="297833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10212" y="3153374"/>
            <a:ext cx="1376588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4048" y="3451207"/>
            <a:ext cx="2284337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3451207"/>
            <a:ext cx="2138033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--api-base / --api-key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68385" y="3451207"/>
            <a:ext cx="4568675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1537" y="3451207"/>
            <a:ext cx="4422371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Benchmark an existing endpoint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37060" y="3451207"/>
            <a:ext cx="1522892" cy="297833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10212" y="3451207"/>
            <a:ext cx="1376588" cy="29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84048" y="3886200"/>
            <a:ext cx="8375904" cy="68580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84048" y="3886200"/>
            <a:ext cx="36576" cy="685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48640" y="3861018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" y="4208490"/>
            <a:ext cx="8101584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Results uploaded to oxcapsulebenchmark.z22.web.core.windows.net unless --no-upload is set. Use --idle-timeout and --max-session-length longer than your expected run.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59" name="Shape 56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61" name="Shape 58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22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INTERACTIVE CHAT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9 · CHAT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Spin up, probe, tear down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8375904" cy="1828800"/>
          </a:xfrm>
          <a:prstGeom prst="rect">
            <a:avLst/>
          </a:prstGeom>
          <a:solidFill>
            <a:srgbClr val="2D2926"/>
          </a:solidFill>
          <a:ln w="9525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36576" cy="1828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8101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chat &lt;tag&gt; meta-llama/Llama-3.1-8B-Instruct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chat &lt;tag&gt; &lt;model&gt; --temperature 0.3 --max-tokens 2048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    --system-prompt "You are a helpful coding assistant."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chat &lt;tag&gt; &lt;model&gt; --hf-token $HF_TOKEN --tp 4 --rm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3429000"/>
            <a:ext cx="8375904" cy="109728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3429000"/>
            <a:ext cx="36576" cy="10972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538728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RELIABILITY LENS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81015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When a customer says 'the model is broken,' reproduce on the same machine with capsule chat -u &lt;unique-id&gt; using their sampling settings. If it works for you, the issue is in their client config, not the inference path.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24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SCHEDULING &amp; RELIABILITY TOOLKIT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10 · SCHEDULING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Long jobs run unattended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8375904" cy="2194560"/>
          </a:xfrm>
          <a:prstGeom prst="rect">
            <a:avLst/>
          </a:prstGeom>
          <a:solidFill>
            <a:srgbClr val="2D2926"/>
          </a:solidFill>
          <a:ln w="9525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36576" cy="21945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81015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schedule start &lt;tag&gt; --script ./train.sh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    --name "training-v2" --timeout 8h --retry 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schedule status &lt;tag&gt; --me --state running --show-start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schedule logs &lt;job-id&gt; --tail 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schedule cancel &lt;job-id&gt;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schedule cancel --all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3703320"/>
            <a:ext cx="8375904" cy="86868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3703320"/>
            <a:ext cx="36576" cy="8686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WHEN TO REACH FOR 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Anything longer than a coffee break. Benchmarks, evals, training. Don't tie up a GPU on an interactive session that no human will be looking at for hours.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26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10 · TRIAGE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Known-quirks table : memorise this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3722624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372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SYMPTOM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06672" y="1371600"/>
            <a:ext cx="4653280" cy="292608"/>
          </a:xfrm>
          <a:prstGeom prst="rect">
            <a:avLst/>
          </a:prstGeom>
          <a:solidFill>
            <a:srgbClr val="8B0000"/>
          </a:solidFill>
          <a:ln w="635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06672" y="1371600"/>
            <a:ext cx="465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FIX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664208"/>
            <a:ext cx="3722624" cy="36347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576320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Auth fails in browser flow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06672" y="1664208"/>
            <a:ext cx="4653280" cy="36347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79824" y="1664208"/>
            <a:ext cx="4506976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Manual token at oxmiq.ai/oxcapsule/auth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027682"/>
            <a:ext cx="3722624" cy="36347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027682"/>
            <a:ext cx="3576320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list shows wrong machines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06672" y="2027682"/>
            <a:ext cx="4653280" cy="36347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79824" y="2027682"/>
            <a:ext cx="4506976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Check env show + config customer show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391156"/>
            <a:ext cx="3722624" cy="36347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391156"/>
            <a:ext cx="3576320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SshRTC won't connect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06672" y="2391156"/>
            <a:ext cx="4653280" cy="36347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79824" y="2391156"/>
            <a:ext cx="4506976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cleanup, retry, then --direct fallback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2754630"/>
            <a:ext cx="3722624" cy="36347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754630"/>
            <a:ext cx="3576320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VS Code Remote-SSH fails after a session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06672" y="2754630"/>
            <a:ext cx="4653280" cy="36347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79824" y="2754630"/>
            <a:ext cx="4506976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Remove capsule-&lt;id&gt; blocks from ~/.ssh/config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3118104"/>
            <a:ext cx="3722624" cy="36347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118104"/>
            <a:ext cx="3576320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macOS Keychain prompts every command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06672" y="3118104"/>
            <a:ext cx="4653280" cy="36347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79824" y="3118104"/>
            <a:ext cx="4506976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Click 'Always Allow' once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3481578"/>
            <a:ext cx="3722624" cy="36347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481578"/>
            <a:ext cx="3576320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PowerShell filter with &gt; fails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06672" y="3481578"/>
            <a:ext cx="4653280" cy="36347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79824" y="3481578"/>
            <a:ext cx="4506976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Use capsule (not cap) and quote the argument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" y="3845052"/>
            <a:ext cx="3722624" cy="36347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845052"/>
            <a:ext cx="3576320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update fails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06672" y="3845052"/>
            <a:ext cx="4653280" cy="363474"/>
          </a:xfrm>
          <a:prstGeom prst="rect">
            <a:avLst/>
          </a:prstGeom>
          <a:solidFill>
            <a:srgbClr val="F5F0E4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79824" y="3845052"/>
            <a:ext cx="4506976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Token valid; close all SshRTC sessions first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4048" y="4208526"/>
            <a:ext cx="3722624" cy="36347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208526"/>
            <a:ext cx="3576320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gh release download 401/403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06672" y="4208526"/>
            <a:ext cx="4653280" cy="363474"/>
          </a:xfrm>
          <a:prstGeom prst="rect">
            <a:avLst/>
          </a:prstGeom>
          <a:solidFill>
            <a:srgbClr val="EDE8DC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79824" y="4208526"/>
            <a:ext cx="4506976" cy="363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Re-check GH_TOKEN scopes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45" name="Shape 42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27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10 · TOOLKIT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Commands you'll run during every triage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8375904" cy="2011680"/>
          </a:xfrm>
          <a:prstGeom prst="rect">
            <a:avLst/>
          </a:prstGeom>
          <a:solidFill>
            <a:srgbClr val="2D2926"/>
          </a:solidFill>
          <a:ln w="9525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36576" cy="20116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27048"/>
            <a:ext cx="81015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status                # auth, identity, expiry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env show              # current environment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config customer show  # current fleet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cleanup               # tear down stale WebRTC + SSH state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--version             # exact build for bug reports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capsule --no-banner list      # clean output for tickets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3611880"/>
            <a:ext cx="8375904" cy="91440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3611880"/>
            <a:ext cx="36576" cy="9144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721608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TRIAGE SHAPE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81015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(1) Reproduce yourself : no repro = incident not bug. (2) Capture version, env, customer, command, timestamp, unique ID. (3) Try cleanup + --direct before escalating. (4) Default long work to capsule schedule.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28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MODULE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kern="0" spc="300" dirty="0">
                <a:solidFill>
                  <a:srgbClr val="FFFFF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CAPSTONE : BENCH-TO-DASHBOARD ROUND TRIP</a:t>
            </a:r>
            <a:endParaRPr lang="en-US" sz="3600" dirty="0"/>
          </a:p>
        </p:txBody>
      </p:sp>
      <p:pic>
        <p:nvPicPr>
          <p:cNvPr id="5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84048"/>
            <a:ext cx="4572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CAPSTONE · END-TO-END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Under 30 minutes once you've done 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01.  Confirm env=prod, customer=micc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02.  Find NVIDIA machine ≥24 GB VRAM with no active users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03.  Open VS Code via SshRTC; verify nvidia-smi from integrated terminal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04.  Upload prompts.txt to /workspace/ via SCP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05.  Benchmark Llama-3.1-8B-Instruct, concurrency 8, ISL 256, OSL 256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06.  Re-run with --quant awq; compare throughput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07.  Find both runs on the dashboard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08.  Schedule the same benchmark with a 1-hour timeout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09.  Run capsule chat against the same model while the job runs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10.  capsule cleanup; verify with capsule list --users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4069080"/>
            <a:ext cx="8375904" cy="594360"/>
          </a:xfrm>
          <a:prstGeom prst="rect">
            <a:avLst/>
          </a:prstGeom>
          <a:solidFill>
            <a:srgbClr val="EDE8DC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4069080"/>
            <a:ext cx="36576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111353"/>
            <a:ext cx="8101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TARGET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458825"/>
            <a:ext cx="810158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63636"/>
                </a:solidFill>
                <a:latin typeface="Oxygen" pitchFamily="34" charset="0"/>
                <a:ea typeface="Oxygen" pitchFamily="34" charset="-122"/>
                <a:cs typeface="Oxygen" pitchFamily="34" charset="-120"/>
              </a:rPr>
              <a:t>Under 30 minutes. Reliability work is mostly muscle memory.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1280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sessions/lucid-elegant-hopper/mnt/outputs/assets/logos/OXMIQ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37176"/>
            <a:ext cx="804672" cy="16276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363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017520" y="4718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150" dirty="0">
                <a:solidFill>
                  <a:srgbClr val="36363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solidFill>
            <a:srgbClr val="F5F0E4"/>
          </a:solidFill>
          <a:ln w="635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78240" y="47183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30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554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8B0000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WELCOME TO THE TEAM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D4CFC9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Architecting atoms to agents : one capsule at a time.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AFAFAF"/>
                </a:solidFill>
                <a:latin typeface="Oxygen Monospace" pitchFamily="34" charset="0"/>
                <a:ea typeface="Oxygen Monospace" pitchFamily="34" charset="-122"/>
                <a:cs typeface="Oxygen Monospace" pitchFamily="34" charset="-120"/>
              </a:rPr>
              <a:t>Questions: ask your instructor · #capsule-help on Discord</a:t>
            </a:r>
            <a:endParaRPr lang="en-US" sz="1000" dirty="0"/>
          </a:p>
        </p:txBody>
      </p:sp>
      <p:pic>
        <p:nvPicPr>
          <p:cNvPr id="7" name="Image 1" descr="/sessions/lucid-elegant-hopper/mnt/outputs/assets/logos/OXMIQ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4846320"/>
            <a:ext cx="804672" cy="1627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2132</Words>
  <Application>Microsoft Macintosh PowerPoint</Application>
  <PresentationFormat>On-screen Show (16:9)</PresentationFormat>
  <Paragraphs>380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Oxygen</vt:lpstr>
      <vt:lpstr>Oxygen 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Capsule — Power-User Curriculum</dc:title>
  <dc:subject>Intern training: Reliability &amp; Model Evaluation track</dc:subject>
  <dc:creator>OXMIQ Labs</dc:creator>
  <cp:lastModifiedBy>Shiv  Buddharaju</cp:lastModifiedBy>
  <cp:revision>3</cp:revision>
  <dcterms:created xsi:type="dcterms:W3CDTF">2026-05-19T17:09:27Z</dcterms:created>
  <dcterms:modified xsi:type="dcterms:W3CDTF">2026-05-21T15:00:09Z</dcterms:modified>
</cp:coreProperties>
</file>